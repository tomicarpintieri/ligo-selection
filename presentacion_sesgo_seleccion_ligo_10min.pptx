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Presentar la pregunta: qué detecta el instrumento y qué queda sistemáticamente fuera.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Anticipar que el hilo conductor es pasar de una señal conocida a la función de selección.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Explicar que el sesgo no es un detalle estadístico: cambia la demografía inferida.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Leer picos y explicar por qué este control hace confiable lo que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Distinguir validación de forma de onda de alcance físico de la aproximación.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Destacar que un pequeño cambio en alcance se amplifica cúbicamente en volumen.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Aclarar que el horizonte es el mejor caso; el rango es la cantidad útil para conteos.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Explicar cobertura complementaria y por qué una red mayor mejora localización.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Usar esta placa para defender el método, no solo los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para ~1 min: Cerrar volviendo a la tesis: el instrumento filtra el universo observado.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Sesgo de selección y observabilidad en LIGO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El caso GW150914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[Tu nombre] · UBA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Proyecto reproducible de ondas gravitacionales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Mapa de la charla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1. Control con GW150914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2. Señal, SNR y horizonte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3. Geometría: orientación y puntos ciegos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4. Red H1–L1 e implicancias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Motivación: el catálogo es un universo filtrado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LIGO mide variaciones diferenciales de longitud con interferometría láser.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Detectar requiere SNR por encima de un umbral.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La probabilidad de detección depende de distancia, masa, orientación y posición celeste.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Por tanto: población observada ≠ población intrínseca.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Control: recuperación de GW150914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49377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SNR H1 = 19.810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SNR L1 = 13.543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L1 llega 7.080 ms antes que H1.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El pipeline recupera una detección ya establecida antes de hacer inferencias nuevas.</a:t>
            </a:r>
          </a:p>
        </p:txBody>
      </p:sp>
      <p:pic>
        <p:nvPicPr>
          <p:cNvPr id="4" name="Picture 3" descr="f01_snr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5577840" cy="27479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Waveform propia: contraste con LAL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49377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TaylorF2 no giratoria, fase 3.5PN y amplitud 0PN.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Match contra la referencia LAL = 1.000.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SNR inspiral = 11.358: menor que IMR porque GW150914 es pesado.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Consecuencia: inspiral-only es una cota inferior de detectabilidad.</a:t>
            </a:r>
          </a:p>
        </p:txBody>
      </p:sp>
      <p:pic>
        <p:nvPicPr>
          <p:cNvPr id="4" name="Picture 3" descr="f02_waveform_vs_l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5577840" cy="41597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De SNR a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49377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ρ ∝ 1/D y V ∝ D³.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Con ρ*=8: horizonte óptimo = 1969.9 Mpc.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Volumen euclídeo = 32.02 Gpc³.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En baja masa: D_h ∝ Mchirp^(5/6).</a:t>
            </a:r>
          </a:p>
        </p:txBody>
      </p:sp>
      <p:pic>
        <p:nvPicPr>
          <p:cNvPr id="4" name="Picture 3" descr="f03_horizon_vs_mchi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5577840" cy="355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Geometría: por qué el horizonte no es el 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Un interferómetro L tiene cuatro direcciones ciegas exactas.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&lt;F+²&gt; ≈ &lt;Fx²&gt; ≈ 1/5 para un cielo isotrópico.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Factor horizonte/rango = 2.26487.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El rango incorpora orientación, polarización y distribución en el cielo.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Red H1–L1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ρ_red² = ρ_H1² + ρ_L1².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Tiempo máximo de viaje: 10.00274 ms.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Ganancia media de red = 2.0018 sobre un detector.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El delay determina un anillo compatible; no una localización puntual.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Rigor técnico y reproducibilidad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Datos hasheados y PSD validada contra referencia.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Resultados en results.json; números y figuras con provenance.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run_all.py reconstruye el análisis.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39 tests automatizados aprobados.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7FB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No se puede hacer demografía de agujeros negros sin modelar selección.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El sesgo favorece fuentes cercanas, masivas y bien orientadas.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El pipeline establece una base para campañas de inyección.</a:t>
            </a:r>
          </a:p>
          <a:p>
            <a:pPr>
              <a:spcAft>
                <a:spcPts val="1500"/>
              </a:spcAft>
              <a:defRPr sz="1900">
                <a:solidFill>
                  <a:srgbClr val="F4F7FB"/>
                </a:solidFill>
              </a:defRPr>
            </a:pPr>
            <a:r>
              <a:t>Siguiente paso: cosmología, red ampliada e inferencia jerárquica.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